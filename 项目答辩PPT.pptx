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深度学习应用开发综合实训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EEEEE"/>
                </a:solidFill>
              </a:defRPr>
            </a:pPr>
            <a:r>
              <a:t>项目总结答辩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474720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DDDDD"/>
                </a:solidFill>
              </a:defRPr>
            </a:pPr>
            <a:r>
              <a:t>AI 综合应用软件系统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四大深度学习模型  |  多模态输入  |  实时预测  |  可视化结果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DOVE  |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📋  目  录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640080" cy="64008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项目团队构成与分工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83464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项目来源、目标与意义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023360"/>
            <a:ext cx="640080" cy="64008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设计与开发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系统设计、模型开发、技术实现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52120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总结和收获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</a:defRPr>
            </a:pPr>
            <a:r>
              <a:t>项目总结、心得体会、未来展望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548640" y="18288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团队介绍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058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项目团队成员构成与职责分工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👥  项目研发团队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项目名称：AI 综合应用软件系统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产品名称：深度学习多领域智能预测平台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828800"/>
                <a:gridCol w="3200400"/>
                <a:gridCol w="23774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学号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主要职责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技术栈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项目负责人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DOVE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系统架构设计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Flower模型+Streamlit前端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PyTorch, Streamlit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Python, MySQL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核心开发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Titanic模型开发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数据库设计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PyTorch, MySQL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核心开发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Fashion模型开发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图像管理模块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PyTorch, CNN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PIL, PyMySQL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核心开发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——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Regression模型开发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系统测试与文档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PyTorch, LSTM</a:t>
                      </a:r>
                    </a:p>
                    <a:p>
                      <a:pPr algn="ctr"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548640" y="18288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058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项目来源、目标与核心价值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🎯  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0E2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本项目是《深度学习应用开发综合实训》课程的期末综合项目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目标：构建一个集成多种深度学习模型的 AI 综合应用系统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覆盖四大应用场景：图像分类、生存预测、服饰识别、非线性回归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每个场景实现至少 2 种神经网络架构，进行对比分析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提供完整的 Web 交互界面，支持用户登录、数据管理、结果可视化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• 整合数据库存储，实现用户活动追踪与模型使用统计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840480" cy="45720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🎯 核心价值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多模型集成：一个平台体验4种AI能力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架构对比：每种场景≥2种网络结构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工程完整：前端→后端→数据库全链路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实用导向：用户认证+历史记录+管理面板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548640" y="18288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设计与开发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058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系统设计 · 模型开发 · 技术实现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⚙️  系统功能设计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E2"/>
                </a:solidFill>
              </a:defRPr>
            </a:pPr>
            <a:r>
              <a:t>系统整体架构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43891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🖥️  前端展示层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Streamlit Web 应用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用户认证（登录/注册/改密）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模型选择与参数配置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结果可视化（图表+概率分布）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历史记录查询与管理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管理员面板（用户/数据管理）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566160" cy="43891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🧠  模型推理层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PyTorch 深度学习模型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🌸 花卉分类: ResNet50 + SimpleCNN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🚢 Titanic: MLP深度型 + MLP宽型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👕 服饰分类: CNN 7层 + ResNet18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📈 非线性回归: MLP + LSTM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566160" cy="43891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💾  数据持久层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MySQL 关系型数据库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用户表（users）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用户活动记录（user_activities）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模型使用统计（model_usage_stats）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图像分类记录（image_classifications）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💻  运行环境与依赖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开发语言：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深度学习框架：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PyTorch 2.0+ / TorchVision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Web 框架：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Streamlit 1.28+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数据库：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MySQL 8.0 (PyMySQL 连接)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数据处理：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NumPy, Pandas, Scikit-learn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可视化：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Matplotlib,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文档生成：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python-docx, nbformat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E2"/>
                </a:solidFill>
              </a:defRPr>
            </a:pPr>
            <a:r>
              <a:t>开发工具：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VS Code, Jupyter Notebook,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371600"/>
            <a:ext cx="393192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🚀 一键启动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pip install -r requirements.txt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python streamlist/start.py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自动检查依赖 → 初始化数据库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→ 启动 Streamlit 服务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浏览器访问 localhost:8501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🔧  技术选型与模型架构对比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E2"/>
                </a:solidFill>
              </a:defRPr>
            </a:pPr>
            <a:r>
              <a:t>为什么选择这些技术？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动态计算图、易调试、学术界主流，适合教学与研究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834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纯Python构建Web应用，无需前端知识，快速原型开发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7490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成熟的关系型数据库，支持复杂查询，适合用户管理系统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</a:defRPr>
            </a:pPr>
            <a:r>
              <a:t>ResNet迁移学习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在小数据集上快速获得高精度，工业界验证的成熟方案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1280160"/>
          <a:ext cx="9509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828800"/>
                <a:gridCol w="1828800"/>
                <a:gridCol w="182880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应用场景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模型架构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核心特点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输入类型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4A90E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🌸 花卉分类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ResNet50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SimpleCNN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迁移学习 + 从头训练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5种花卉识别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图像 (224×224)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ResNet预训练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数据增强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🚢 Titanic生存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MLP深度型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MLP宽型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9维特征输入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二分类预测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表格数据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BN+Dropout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特征工程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👕 服饰分类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CNN 7层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ResNet18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10类服饰识别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Fashion-MNIST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灰度图 (28×28)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自定义CNN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轻量高效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📈 非线性回归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MLP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多维非线性系统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序列/单点预测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3维向量 / 时序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Lorenz-like系统</a:t>
                      </a:r>
                    </a:p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滑动窗口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 数据分析与预处理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669280" cy="23774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🌸 花卉数据集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5类花卉: Daisy, Dandelion, Rose, Sunflower, Tulip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图像增强: 随机翻转、旋转、仿射变换、颜色抖动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标准化: ImageNet均值/标准差归一化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划分: 70%训练 / 15%验证 / 15%测试（分层抽样）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280160"/>
            <a:ext cx="5669280" cy="237744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🚢 Titanic 数据集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891条乘客记录，9维特征（含衍生特征）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缺失值处理: 年龄/票价中位数填充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特征工程: family_size, is_alone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标准化: StandardScaler (均值0方差1)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669280" cy="2377440"/>
          </a:xfrm>
          <a:prstGeom prst="round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👕 Fashion-MNIST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10类服饰: 70,000张28×28灰度图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预处理: 转为灰度单通道，归一化(0.286, 0.353)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标签编码: 0-9对应10种服饰类别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划分: 60K训练 / 10K测试（官方标准划分）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931920"/>
            <a:ext cx="5669280" cy="237744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📈 非线性回归数据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3维输入 → 3维输出（MLP）/ 1维输出（LSTM）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Lorenz-like混沌系统生成的非线性映射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LSTM: 滑动窗口 seq_len=10 的时序数据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标准化: StandardScaler 对 X 和 Y 分别处理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🗄️  数据库设计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24231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users (用户表)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id INT PRIMARY KEY AUTO_INCREMENT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username VARCHAR(50) UNIQUE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password_hash VARCHAR(64)  -- SHA256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email VARCHAR(100)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role ENUM('user','admin')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is_active BOOLEAN DEFAULT TRUE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created_at / last_login DATETIME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669280" cy="2423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user_activities (活动记录表)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id INT PRIMARY KEY AUTO_INCREMENT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user_id INT FK → users.id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activity_type: login/logout/prediction等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model_name, input_data, prediction_result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confidence_score, processing_time, status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created_at DATETIME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794760"/>
            <a:ext cx="5669280" cy="24231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model_usage_stats (模型统计表)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model_name VARCHAR(50) PRIMARY KEY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total_predictions INT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avg_confidence / avg_processing_time FLOAT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last_used DATETIME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94760"/>
            <a:ext cx="5669280" cy="24231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image_classifications (图像记录表)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id INT PRIMARY KEY AUTO_INCREMENT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username FK, predicted_class, confidence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image_data LONGBLOB (原始图像存储)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image_filename, image_size, image_type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model_name, processing_time, notes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class_probabilities JSON (概率分布)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🧠  深度学习模型开发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E2"/>
                </a:solidFill>
              </a:defRPr>
            </a:pPr>
            <a:r>
              <a:t>统一训练策略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损失函数: CrossEntropyLoss (分类) / BCELoss (二分类) / MSELoss (回归)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优化器: Adam，初始学习率 0.001，权重衰减 1e-4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学习率调度: ReduceLROnPlateau (patience=5~10, factor=0.5)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早停机制: patience=10~30 epochs，防止过拟合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正则化: Dropout (0.2~0.5) + Batch Normalization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数据增强: 随机翻转/旋转/颜色抖动（仅图像任务）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• 模型保存: 每个场景保存最优模型 + 备用架构到同一checkpoint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389120" cy="10972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🌸 ResNet50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50 epochs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EarlyStop@~25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Val Acc &gt; 90%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651760"/>
            <a:ext cx="4389120" cy="109728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🚢 MLP深度型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200 epochs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EarlyStop@~80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Test Acc &gt; 82%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931920"/>
            <a:ext cx="4389120" cy="1097280"/>
          </a:xfrm>
          <a:prstGeom prst="round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👕 CNN 7层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50 epochs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轻量高效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Test Acc &gt; 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212079"/>
            <a:ext cx="4389120" cy="109728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📈 LSTM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200 epochs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时序预测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R² &gt; 0.95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🚀  模型部署与系统集成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E2"/>
                </a:solidFill>
              </a:defRPr>
            </a:pPr>
            <a:r>
              <a:t>模型部署架构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1️⃣ 训练阶段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65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各模型独立训练 → 保存checkpoint到 backend/*/checkpoints/best_model.pth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2️⃣ 懒加载缓存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首次使用时加载模型到内存 → 缓存到 _model_cache 字典 → 后续调用零延迟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3️⃣ 推理接口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429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统一输入预处理 → 模型推理 → 后处理(softmax/反标准化) → 结果返回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4️⃣ 前端集成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Streamlit session_state 管理登录状态 → 模型选择表单 → 实时预测展示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5️⃣ 日志记录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每次预测自动记录到 user_activities 表 → 更新 model_usage_stats 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</a:defRPr>
            </a:pPr>
            <a:r>
              <a:t>6️⃣ 数据持久化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图像分类结果含原始图像存入 image_classifications → 支持历史回溯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t>项目代码结构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backend/{flower,titanic,fashion,regression}_model/{model.py, train.py}  ←→  streamlist/{app.py, auth.py, image_manager.py, db_config.py}  ←→  notebooks/*.ipynb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🎨  系统界面展示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E2"/>
                </a:solidFill>
              </a:defRPr>
            </a:pPr>
            <a:r>
              <a:t>Streamlit Web 应用界面总览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3657600" cy="21488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🔐 用户认证系统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登录/注册/修改密码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角色管理（user / admin）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Session状态管理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登录活动日志记录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657600" cy="214884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🌸 花卉分类页面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上传图像 / 示例图像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ResNet50 vs SimpleCNN选择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概率分布柱状图展示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保存结果到数据库 + 历史回溯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3657600" cy="2148840"/>
          </a:xfrm>
          <a:prstGeom prst="roundRect">
            <a:avLst/>
          </a:prstGeom>
          <a:solidFill>
            <a:srgbClr val="A8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🚢 Titanic预测页面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表单式特征输入（8项）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MLP深度型 vs 宽型选择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生存概率仪表盘显示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特征影响分析图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3657600" cy="214884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👑 管理员面板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用户管理（查看/删除）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活动记录筛选查看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模型使用统计图表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图像记录管理（分页/导出CSV）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60520"/>
            <a:ext cx="3657600" cy="21488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📈 回归预测页面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MLP: 3维特征输入 → 3维输出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LSTM: 10步时序输入 → 单值预测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R²得分展示 + 序列可视化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160520"/>
            <a:ext cx="3657600" cy="214884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👕 服饰分类页面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上传图像识别10类服饰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CNN vs ResNet18选择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Top-5概率分布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历史记录 + 统计分析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🧪  系统测试与验证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669280" cy="24688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功能测试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✅ 四大模型预测功能均正常运行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✅ 用户注册/登录/改密码流程完整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✅ 图像上传、预测、保存、查询全链路通过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✅ 管理员面板数据筛选/分页/删除功能正常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模型精度测试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🌸 花卉分类: ResNet50 Accuracy &gt; 90% (5类)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🚢 Titanic: MLP Accuracy &gt; 82% (二分类)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👕 服饰分类: CNN Accuracy &gt; 90% (10类)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📈 非线性回归: MLP R² &gt; 0.98 (3维输出)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840480"/>
            <a:ext cx="5669280" cy="24688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性能测试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⏱️ 图像分类推理: &lt; 200ms (GPU) / ~500ms (CPU)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⏱️ 表格数据预测: &lt; 10ms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💾 数据库查询: 单次 &lt; 50ms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📦 模型加载: 首次 ~2s, 缓存后 &lt; 10ms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840480"/>
            <a:ext cx="5669280" cy="24688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兼容性测试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🖥️ 操作系统: Windows 10/11 通过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🐍 Python: 3.10/3.11/3.12 兼容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🌐 浏览器: Chrome/Edge/Firefox 兼容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⚡ GPU/CPU: CUDA和CPU模式均可运行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548640" y="18288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总结和收获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005840"/>
            <a:ext cx="2743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</a:defRPr>
            </a:pPr>
            <a:r>
              <a:t>项目总结 · 心得体会 · 未来展望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💡  项目总结与收获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3657600" cy="484632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📚 技术收获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深入理解 CNN/ResNet/MLP/LSTM 的原理与实际应用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掌握了 PyTorch 模型训练全流程（数据→训练→保存→部署）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学会了 Streamlit 快速构建 Web 应用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实践了 MySQL 数据库设计与 Python 操作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了解了迁移学习在小数据集上的优势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体验了完整的软件工程流程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280160"/>
            <a:ext cx="3657600" cy="4846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🔧 遇到的困难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模型过拟合：通过 Dropout + BN + 早停解决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不同架构checkpoint格式不统一：设计统一存储方案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Streamlit session_state 管理复杂：逐步调试优化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图像数据与元数据关联存储：设计 image_classifications 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前端实时响应慢：引入模型懒加载缓存机制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中文字体在matplotlib中显示异常：配置字体回退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80160"/>
            <a:ext cx="3657600" cy="4846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🚀 未来展望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引入更多模型架构（ViT、Transformer）进行对比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添加模型可解释性分析（Grad-CAM、SHAP）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支持批量预测与结果导出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部署到云端（Docker + Nginx + GPU服务器）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添加模型在线微调功能（用户上传数据增量训练）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增加 REST API 接口供外部调用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0E2"/>
                </a:solidFill>
              </a:defRPr>
            </a:pPr>
            <a:r>
              <a:t>💬 个人感悟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6217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通过本次实训，深刻体会到深度学习从理论到实践的完整链路。从数据预处理、模型设计、训练调参，到Web应用集成、数据库管理、用户交互设计，每一个环节都充满了挑战和收获。特别是将模型部署为可交互的Web应用，让AI能力真正'活'了起来，这种成就感是单纯跑 notebook 无法比拟的。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谢  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474720"/>
            <a:ext cx="30175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DDDDD"/>
                </a:solidFill>
              </a:defRPr>
            </a:pPr>
            <a:r>
              <a:t>AI 综合应用软件系统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深度学习应用开发综合实训 · 项目总结答辩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感谢老师的指导与同学们的帮助！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